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後台總覽" id="{66cf1fa9-1b8f-a6e0-7158-49a19b02ecf7}">
          <p14:sldIdLst>
            <p14:sldId id="256"/>
            <p14:sldId id="257"/>
          </p14:sldIdLst>
        </p14:section>
        <p14:section name="員工登入" id="{648cb619-7964-da6e-6ad5-f7d728ce55fd}">
          <p14:sldIdLst>
            <p14:sldId id="258"/>
            <p14:sldId id="259"/>
          </p14:sldIdLst>
        </p14:section>
        <p14:section name="系統管理" id="{e962e1ba-cbbb-fb63-38d0-9dfce653b441}">
          <p14:sldIdLst>
            <p14:sldId id="260"/>
            <p14:sldId id="261"/>
            <p14:sldId id="262"/>
          </p14:sldIdLst>
        </p14:section>
        <p14:section name="行銷" id="{9ce91066-e021-9623-d595-a80fdb3930de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後台總覽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員工從同一個登入頁進來，系統依照部門帶到各自的首頁</a:t>
            </a:r>
            <a:endParaRPr lang="en-US" sz="1600" dirty="0"/>
          </a:p>
        </p:txBody>
      </p:sp>
      <p:sp>
        <p:nvSpPr>
          <p:cNvPr id="4" name="login-card"/>
          <p:cNvSpPr/>
          <p:nvPr/>
        </p:nvSpPr>
        <p:spPr>
          <a:xfrm>
            <a:off x="548640" y="1828800"/>
            <a:ext cx="3108960" cy="397764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2560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員工登入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/admin/login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選部門、輸入帳號密碼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一個員工只屬於一個部門，只能進自己部門的頁面（系統管理例外，哪裡都能進）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3520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7" name="dept-row"/>
          <p:cNvSpPr/>
          <p:nvPr/>
        </p:nvSpPr>
        <p:spPr>
          <a:xfrm>
            <a:off x="4206240" y="1828800"/>
            <a:ext cx="7406640" cy="685800"/>
          </a:xfrm>
          <a:prstGeom prst="rect">
            <a:avLst/>
          </a:prstGeom>
          <a:solidFill>
            <a:schemeClr val="bg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828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商品部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828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/admin/product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商品、進貨入庫、分類</a:t>
            </a:r>
            <a:endParaRPr lang="en-US" sz="1500" dirty="0"/>
          </a:p>
        </p:txBody>
      </p:sp>
      <p:sp>
        <p:nvSpPr>
          <p:cNvPr id="11" name="dept-row"/>
          <p:cNvSpPr/>
          <p:nvPr/>
        </p:nvSpPr>
        <p:spPr>
          <a:xfrm>
            <a:off x="4206240" y="2651760"/>
            <a:ext cx="7406640" cy="685800"/>
          </a:xfrm>
          <a:prstGeom prst="rect">
            <a:avLst/>
          </a:prstGeom>
          <a:solidFill>
            <a:schemeClr val="bg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2651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訂單物流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651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/admin/order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2651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訂單清單</a:t>
            </a:r>
            <a:endParaRPr lang="en-US" sz="1500" dirty="0"/>
          </a:p>
        </p:txBody>
      </p:sp>
      <p:sp>
        <p:nvSpPr>
          <p:cNvPr id="15" name="dept-row"/>
          <p:cNvSpPr/>
          <p:nvPr/>
        </p:nvSpPr>
        <p:spPr>
          <a:xfrm>
            <a:off x="4206240" y="3474720"/>
            <a:ext cx="7406640" cy="685800"/>
          </a:xfrm>
          <a:prstGeom prst="rect">
            <a:avLst/>
          </a:prstGeom>
          <a:solidFill>
            <a:schemeClr val="bg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34840" y="3474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客服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3474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/admin/cs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客服單</a:t>
            </a:r>
            <a:endParaRPr lang="en-US" sz="1500" dirty="0"/>
          </a:p>
        </p:txBody>
      </p:sp>
      <p:sp>
        <p:nvSpPr>
          <p:cNvPr id="19" name="dept-row"/>
          <p:cNvSpPr/>
          <p:nvPr/>
        </p:nvSpPr>
        <p:spPr>
          <a:xfrm>
            <a:off x="4206240" y="4297680"/>
            <a:ext cx="7406640" cy="685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34840" y="42976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行銷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429768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/admin/mkt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4297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折價券、銷售數據</a:t>
            </a:r>
            <a:endParaRPr lang="en-US" sz="1500" dirty="0"/>
          </a:p>
        </p:txBody>
      </p:sp>
      <p:sp>
        <p:nvSpPr>
          <p:cNvPr id="23" name="in-deck-tag"/>
          <p:cNvSpPr txBox="1"/>
          <p:nvPr/>
        </p:nvSpPr>
        <p:spPr>
          <a:xfrm>
            <a:off x="10332720" y="4480560"/>
            <a:ext cx="1097280" cy="320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本份介紹</a:t>
            </a:r>
            <a:endParaRPr lang="en-US" sz="1200" dirty="0"/>
          </a:p>
        </p:txBody>
      </p:sp>
      <p:sp>
        <p:nvSpPr>
          <p:cNvPr id="24" name="dept-row"/>
          <p:cNvSpPr/>
          <p:nvPr/>
        </p:nvSpPr>
        <p:spPr>
          <a:xfrm>
            <a:off x="4206240" y="5120640"/>
            <a:ext cx="7406640" cy="685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4840" y="5120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系統管理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51206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/admin/admin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5120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管理員工帳號</a:t>
            </a:r>
            <a:endParaRPr lang="en-US" sz="1500" dirty="0"/>
          </a:p>
        </p:txBody>
      </p:sp>
      <p:sp>
        <p:nvSpPr>
          <p:cNvPr id="28" name="in-deck-tag"/>
          <p:cNvSpPr txBox="1"/>
          <p:nvPr/>
        </p:nvSpPr>
        <p:spPr>
          <a:xfrm>
            <a:off x="10332720" y="5303520"/>
            <a:ext cx="1097280" cy="32004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本份介紹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每一頁都有的頂部列</a:t>
            </a:r>
            <a:endParaRPr lang="en-US" sz="3000" dirty="0"/>
          </a:p>
        </p:txBody>
      </p:sp>
      <p:sp>
        <p:nvSpPr>
          <p:cNvPr id="3" name="shot-frame"/>
          <p:cNvSpPr/>
          <p:nvPr/>
        </p:nvSpPr>
        <p:spPr>
          <a:xfrm>
            <a:off x="530352" y="1353312"/>
            <a:ext cx="7717536" cy="483717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4" name="screenshot" descr="C:\Users\User\AppData\Local\Temp\claude\C--Users-User-projects-Unicloth\231081ee-93f7-4456-b501-9e77e298a71f\scratchpad\crops\04-header-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points"/>
          <p:cNvSpPr txBox="1"/>
          <p:nvPr/>
        </p:nvSpPr>
        <p:spPr>
          <a:xfrm>
            <a:off x="8595360" y="1417320"/>
            <a:ext cx="3108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目前登入的人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右上角顯示姓名和帳號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更改密碼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點齒輪 → 更改密碼，要輸入舊密碼，新密碼 8～72 字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登出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點齒輪 → 登出，回到登入頁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員工登入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AdminLogin　/admin/login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員工登入</a:t>
            </a:r>
            <a:endParaRPr lang="en-US" sz="3000" dirty="0"/>
          </a:p>
        </p:txBody>
      </p:sp>
      <p:sp>
        <p:nvSpPr>
          <p:cNvPr id="3" name="shot-frame"/>
          <p:cNvSpPr/>
          <p:nvPr/>
        </p:nvSpPr>
        <p:spPr>
          <a:xfrm>
            <a:off x="530352" y="1353312"/>
            <a:ext cx="7717536" cy="483717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4" name="screenshot" descr="C:\Users\User\AppData\Local\Temp\claude\C--Users-User-projects-Unicloth\231081ee-93f7-4456-b501-9e77e298a71f\scratchpad\crops\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points"/>
          <p:cNvSpPr txBox="1"/>
          <p:nvPr/>
        </p:nvSpPr>
        <p:spPr>
          <a:xfrm>
            <a:off x="8595360" y="1417320"/>
            <a:ext cx="3108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1. 選部門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五個部門按鈕，選中的反黑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2. 輸入帳號密碼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按登入後，系統帶你到該部門的首頁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登入失敗會提示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帳號或密碼錯誤／帳號已被停用／不屬於這個部門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系統管理員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選哪個部門都能登入，可以進任何部門的頁面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02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系統管理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AdminHome　/admin/admin　·　只有系統管理員能進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員工帳號列表</a:t>
            </a:r>
            <a:endParaRPr lang="en-US" sz="3000" dirty="0"/>
          </a:p>
        </p:txBody>
      </p:sp>
      <p:sp>
        <p:nvSpPr>
          <p:cNvPr id="3" name="shot-frame"/>
          <p:cNvSpPr/>
          <p:nvPr/>
        </p:nvSpPr>
        <p:spPr>
          <a:xfrm>
            <a:off x="530352" y="1353312"/>
            <a:ext cx="7717536" cy="483717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4" name="screenshot" descr="C:\Users\User\AppData\Local\Temp\claude\C--Users-User-projects-Unicloth\231081ee-93f7-4456-b501-9e77e298a71f\scratchpad\crops\02-sta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points"/>
          <p:cNvSpPr txBox="1"/>
          <p:nvPr/>
        </p:nvSpPr>
        <p:spPr>
          <a:xfrm>
            <a:off x="8595360" y="1417320"/>
            <a:ext cx="3108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看全部員工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帳號、姓名、部門、狀態、最後登入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篩選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搜尋帳號或姓名、選部門、選狀態；每頁 20 筆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自己的帳號不能改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要改自己的密碼，用右上角齒輪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員工帳號的操作</a:t>
            </a:r>
            <a:endParaRPr lang="en-US" sz="3000" dirty="0"/>
          </a:p>
        </p:txBody>
      </p:sp>
      <p:sp>
        <p:nvSpPr>
          <p:cNvPr id="3" name="shot-frame"/>
          <p:cNvSpPr/>
          <p:nvPr/>
        </p:nvSpPr>
        <p:spPr>
          <a:xfrm>
            <a:off x="530352" y="1353312"/>
            <a:ext cx="7717536" cy="483717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4" name="screenshot" descr="C:\Users\User\AppData\Local\Temp\claude\C--Users-User-projects-Unicloth\231081ee-93f7-4456-b501-9e77e298a71f\scratchpad\crops\03-staff-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points"/>
          <p:cNvSpPr txBox="1"/>
          <p:nvPr/>
        </p:nvSpPr>
        <p:spPr>
          <a:xfrm>
            <a:off x="8595360" y="1417320"/>
            <a:ext cx="3108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新增員工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填帳號、姓名、部門。密碼由系統產生，只顯示一次，要先複製給員工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編輯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只能改姓名，帳號建立後不能改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重設密碼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員工忘記密碼時用，產生新的臨時密碼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停用／啟用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停用後馬上不能登入，之後可以再啟用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03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65176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行銷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MktHome　/admin/mkt　·　左邊選單分兩大類</a:t>
            </a:r>
            <a:endParaRPr lang="en-US" sz="1800" dirty="0"/>
          </a:p>
        </p:txBody>
      </p:sp>
      <p:sp>
        <p:nvSpPr>
          <p:cNvPr id="5" name="menu-group"/>
          <p:cNvSpPr txBox="1"/>
          <p:nvPr/>
        </p:nvSpPr>
        <p:spPr>
          <a:xfrm>
            <a:off x="731520" y="48463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Coupon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折價券 · 發券給會員 · 發券紀錄</a:t>
            </a:r>
            <a:endParaRPr lang="en-US" sz="1800" dirty="0"/>
          </a:p>
        </p:txBody>
      </p:sp>
      <p:sp>
        <p:nvSpPr>
          <p:cNvPr id="6" name="menu-group"/>
          <p:cNvSpPr txBox="1"/>
          <p:nvPr/>
        </p:nvSpPr>
        <p:spPr>
          <a:xfrm>
            <a:off x="4937760" y="484632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銷售數據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營收總覽 · 商品銷售 · 訂單結構 · 會員與顧客 · 折價券成效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折價券</a:t>
            </a:r>
            <a:endParaRPr lang="en-US" sz="3000" dirty="0"/>
          </a:p>
        </p:txBody>
      </p:sp>
      <p:sp>
        <p:nvSpPr>
          <p:cNvPr id="3" name="shot-frame"/>
          <p:cNvSpPr/>
          <p:nvPr/>
        </p:nvSpPr>
        <p:spPr>
          <a:xfrm>
            <a:off x="530352" y="1353312"/>
            <a:ext cx="7717536" cy="483717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4" name="screenshot" descr="C:\Users\User\AppData\Local\Temp\claude\C--Users-User-projects-Unicloth\231081ee-93f7-4456-b501-9e77e298a71f\scratchpad\crops\10-coup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points"/>
          <p:cNvSpPr txBox="1"/>
          <p:nvPr/>
        </p:nvSpPr>
        <p:spPr>
          <a:xfrm>
            <a:off x="8595360" y="1417320"/>
            <a:ext cx="3108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折價券列表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可以搜尋折扣碼或名稱，篩選啟用狀態、發送方式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兩種折扣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折固定金額（折 100 元）、打折（10% off）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自動發送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可以設成「生日禮」，會員生日時系統自動發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停用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停用後不能再發，但已經發出去的券會員還是能用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新增／編輯折價券</a:t>
            </a:r>
            <a:endParaRPr lang="en-US" sz="3000" dirty="0"/>
          </a:p>
        </p:txBody>
      </p:sp>
      <p:sp>
        <p:nvSpPr>
          <p:cNvPr id="3" name="shot-frame"/>
          <p:cNvSpPr/>
          <p:nvPr/>
        </p:nvSpPr>
        <p:spPr>
          <a:xfrm>
            <a:off x="530352" y="1353312"/>
            <a:ext cx="7717536" cy="483717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4" name="screenshot" descr="C:\Users\User\AppData\Local\Temp\claude\C--Users-User-projects-Unicloth\231081ee-93f7-4456-b501-9e77e298a71f\scratchpad\crops\11-coupon-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points"/>
          <p:cNvSpPr txBox="1"/>
          <p:nvPr/>
        </p:nvSpPr>
        <p:spPr>
          <a:xfrm>
            <a:off x="8595360" y="1417320"/>
            <a:ext cx="3108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要填的欄位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折扣碼、名稱、折扣方式、折多少、最低消費、有效天數、自動發送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折扣碼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只能英文和數字，建立後不能改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編輯已發出的券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會提醒：已發出、還沒用的券也會跟著變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發券給會員</a:t>
            </a:r>
            <a:endParaRPr lang="en-US" sz="3000" dirty="0"/>
          </a:p>
        </p:txBody>
      </p:sp>
      <p:sp>
        <p:nvSpPr>
          <p:cNvPr id="3" name="shot-frame"/>
          <p:cNvSpPr/>
          <p:nvPr/>
        </p:nvSpPr>
        <p:spPr>
          <a:xfrm>
            <a:off x="530352" y="1353312"/>
            <a:ext cx="7717536" cy="483717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4" name="screenshot" descr="C:\Users\User\AppData\Local\Temp\claude\C--Users-User-projects-Unicloth\231081ee-93f7-4456-b501-9e77e298a71f\scratchpad\crops\12-iss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points"/>
          <p:cNvSpPr txBox="1"/>
          <p:nvPr/>
        </p:nvSpPr>
        <p:spPr>
          <a:xfrm>
            <a:off x="8595360" y="1417320"/>
            <a:ext cx="3108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選券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只能選啟用中的券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發給誰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指定會員（可搜尋、複選）或全部會員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什麼時候發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立即發送，或預約一個時間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預約發送紀錄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在頁面下方，等待中的預約可以取消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預約發送</a:t>
            </a:r>
            <a:endParaRPr lang="en-US" sz="3000" dirty="0"/>
          </a:p>
        </p:txBody>
      </p:sp>
      <p:sp>
        <p:nvSpPr>
          <p:cNvPr id="3" name="shot-frame"/>
          <p:cNvSpPr/>
          <p:nvPr/>
        </p:nvSpPr>
        <p:spPr>
          <a:xfrm>
            <a:off x="530352" y="1353312"/>
            <a:ext cx="7717536" cy="483717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4" name="screenshot" descr="C:\Users\User\AppData\Local\Temp\claude\C--Users-User-projects-Unicloth\231081ee-93f7-4456-b501-9e77e298a71f\scratchpad\crops\14-issue-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points"/>
          <p:cNvSpPr txBox="1"/>
          <p:nvPr/>
        </p:nvSpPr>
        <p:spPr>
          <a:xfrm>
            <a:off x="8595360" y="1417320"/>
            <a:ext cx="3108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設定預約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選「預約發送」，挑一個比現在晚的時間，按「建立預約」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時間到自動發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系統每分鐘檢查一次，時間到就把券發出去；選全部會員的話，以發送當下的會員為準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預約發送紀錄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狀態有等待中、已發送、未發送、已取消，可以依狀態篩選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取消預約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只有「等待中」的預約可以取消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發券紀錄</a:t>
            </a:r>
            <a:endParaRPr lang="en-US" sz="3000" dirty="0"/>
          </a:p>
        </p:txBody>
      </p:sp>
      <p:sp>
        <p:nvSpPr>
          <p:cNvPr id="3" name="shot-frame"/>
          <p:cNvSpPr/>
          <p:nvPr/>
        </p:nvSpPr>
        <p:spPr>
          <a:xfrm>
            <a:off x="530352" y="1353312"/>
            <a:ext cx="7717536" cy="483717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4" name="screenshot" descr="C:\Users\User\AppData\Local\Temp\claude\C--Users-User-projects-Unicloth\231081ee-93f7-4456-b501-9e77e298a71f\scratchpad\crops\13-reco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points"/>
          <p:cNvSpPr txBox="1"/>
          <p:nvPr/>
        </p:nvSpPr>
        <p:spPr>
          <a:xfrm>
            <a:off x="8595360" y="1417320"/>
            <a:ext cx="3108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每張發出去的券一列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誰拿到、哪張券、怎麼來的、什麼時候到期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券的狀態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可使用／已使用／已過期；已使用會顯示用在哪張訂單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篩選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會員、折價券、來源、狀態、發券日期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只能看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這頁沒有操作按鈕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銷售數據：營收總覽</a:t>
            </a:r>
            <a:endParaRPr lang="en-US" sz="3000" dirty="0"/>
          </a:p>
        </p:txBody>
      </p:sp>
      <p:sp>
        <p:nvSpPr>
          <p:cNvPr id="3" name="shot-frame"/>
          <p:cNvSpPr/>
          <p:nvPr/>
        </p:nvSpPr>
        <p:spPr>
          <a:xfrm>
            <a:off x="530352" y="1353312"/>
            <a:ext cx="7717536" cy="483717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4" name="screenshot" descr="C:\Users\User\AppData\Local\Temp\claude\C--Users-User-projects-Unicloth\231081ee-93f7-4456-b501-9e77e298a71f\scratchpad\crops\20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points"/>
          <p:cNvSpPr txBox="1"/>
          <p:nvPr/>
        </p:nvSpPr>
        <p:spPr>
          <a:xfrm>
            <a:off x="8595360" y="1417320"/>
            <a:ext cx="3108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選期間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近 7 天／30 天／90 天／12 個月，五頁銷售數據都有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四個指標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營業額、客單價、銷售件數、折扣總額，並跟上一期比漲跌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營業額趨勢圖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實線是本期，虛線是上一期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匯出 Excel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選起訖日期，每天一列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銷售數據：其他四頁</a:t>
            </a:r>
            <a:endParaRPr lang="en-US" sz="3000" dirty="0"/>
          </a:p>
        </p:txBody>
      </p:sp>
      <p:sp>
        <p:nvSpPr>
          <p:cNvPr id="3" name="shot-frame"/>
          <p:cNvSpPr/>
          <p:nvPr/>
        </p:nvSpPr>
        <p:spPr>
          <a:xfrm>
            <a:off x="530352" y="1307592"/>
            <a:ext cx="3602736" cy="226542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4" name="screenshot" descr="C:\Users\User\AppData\Local\Temp\claude\C--Users-User-projects-Unicloth\231081ee-93f7-4456-b501-9e77e298a71f\scratchpad\crops\21-prod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566160" cy="2228850"/>
          </a:xfrm>
          <a:prstGeom prst="rect">
            <a:avLst/>
          </a:prstGeom>
        </p:spPr>
      </p:pic>
      <p:sp>
        <p:nvSpPr>
          <p:cNvPr id="5" name="page-caption"/>
          <p:cNvSpPr txBox="1"/>
          <p:nvPr/>
        </p:nvSpPr>
        <p:spPr>
          <a:xfrm>
            <a:off x="4343400" y="132588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商品銷售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分類、顏色、尺寸銷量；熱銷／滯銷排行</a:t>
            </a:r>
            <a:endParaRPr lang="en-US" sz="1700" dirty="0"/>
          </a:p>
        </p:txBody>
      </p:sp>
      <p:sp>
        <p:nvSpPr>
          <p:cNvPr id="6" name="shot-frame"/>
          <p:cNvSpPr/>
          <p:nvPr/>
        </p:nvSpPr>
        <p:spPr>
          <a:xfrm>
            <a:off x="6199632" y="1307592"/>
            <a:ext cx="3602736" cy="226542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7" name="screenshot" descr="C:\Users\User\AppData\Local\Temp\claude\C--Users-User-projects-Unicloth\231081ee-93f7-4456-b501-9e77e298a71f\scratchpad\crops\22-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25880"/>
            <a:ext cx="3566160" cy="2228850"/>
          </a:xfrm>
          <a:prstGeom prst="rect">
            <a:avLst/>
          </a:prstGeom>
        </p:spPr>
      </p:pic>
      <p:sp>
        <p:nvSpPr>
          <p:cNvPr id="8" name="page-caption"/>
          <p:cNvSpPr txBox="1"/>
          <p:nvPr/>
        </p:nvSpPr>
        <p:spPr>
          <a:xfrm>
            <a:off x="10012680" y="132588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訂單結構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配送、付款方式；出貨速度；取消分析</a:t>
            </a:r>
            <a:endParaRPr lang="en-US" sz="1700" dirty="0"/>
          </a:p>
        </p:txBody>
      </p:sp>
      <p:sp>
        <p:nvSpPr>
          <p:cNvPr id="9" name="shot-frame"/>
          <p:cNvSpPr/>
          <p:nvPr/>
        </p:nvSpPr>
        <p:spPr>
          <a:xfrm>
            <a:off x="530352" y="3822192"/>
            <a:ext cx="3602736" cy="226542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10" name="screenshot" descr="C:\Users\User\AppData\Local\Temp\claude\C--Users-User-projects-Unicloth\231081ee-93f7-4456-b501-9e77e298a71f\scratchpad\crops\23-me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3566160" cy="2228850"/>
          </a:xfrm>
          <a:prstGeom prst="rect">
            <a:avLst/>
          </a:prstGeom>
        </p:spPr>
      </p:pic>
      <p:sp>
        <p:nvSpPr>
          <p:cNvPr id="11" name="page-caption"/>
          <p:cNvSpPr txBox="1"/>
          <p:nvPr/>
        </p:nvSpPr>
        <p:spPr>
          <a:xfrm>
            <a:off x="4343400" y="384048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會員與顧客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新客與回購客；性別、年齡層；消費前 10 名</a:t>
            </a:r>
            <a:endParaRPr lang="en-US" sz="1700" dirty="0"/>
          </a:p>
        </p:txBody>
      </p:sp>
      <p:sp>
        <p:nvSpPr>
          <p:cNvPr id="12" name="shot-frame"/>
          <p:cNvSpPr/>
          <p:nvPr/>
        </p:nvSpPr>
        <p:spPr>
          <a:xfrm>
            <a:off x="6199632" y="3822192"/>
            <a:ext cx="3602736" cy="2265426"/>
          </a:xfrm>
          <a:prstGeom prst="rect">
            <a:avLst/>
          </a:prstGeom>
          <a:solidFill>
            <a:schemeClr val="bg2"/>
          </a:solidFill>
          <a:ln w="9525">
            <a:solidFill>
              <a:srgbClr val="CCCCCC"/>
            </a:solidFill>
            <a:prstDash val="solid"/>
          </a:ln>
        </p:spPr>
      </p:sp>
      <p:pic>
        <p:nvPicPr>
          <p:cNvPr id="13" name="screenshot" descr="C:\Users\User\AppData\Local\Temp\claude\C--Users-User-projects-Unicloth\231081ee-93f7-4456-b501-9e77e298a71f\scratchpad\crops\24-coupon-per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840480"/>
            <a:ext cx="3566160" cy="2228850"/>
          </a:xfrm>
          <a:prstGeom prst="rect">
            <a:avLst/>
          </a:prstGeom>
        </p:spPr>
      </p:pic>
      <p:sp>
        <p:nvSpPr>
          <p:cNvPr id="14" name="page-caption"/>
          <p:cNvSpPr txBox="1"/>
          <p:nvPr/>
        </p:nvSpPr>
        <p:spPr>
          <a:xfrm>
            <a:off x="10012680" y="384048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折價券成效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每張券的使用率和帶來的營業額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圖表上的長條可以點，點了整頁會跟著篩選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INU Admin">
  <a:themeElements>
    <a:clrScheme name="KINU Admin">
      <a:dk1>
        <a:srgbClr val="111111"/>
      </a:dk1>
      <a:lt1>
        <a:srgbClr val="FFFFFF"/>
      </a:lt1>
      <a:dk2>
        <a:srgbClr val="555555"/>
      </a:dk2>
      <a:lt2>
        <a:srgbClr val="F2F2F2"/>
      </a:lt2>
      <a:accent1>
        <a:srgbClr val="111111"/>
      </a:accent1>
      <a:accent2>
        <a:srgbClr val="777777"/>
      </a:accent2>
      <a:accent3>
        <a:srgbClr val="BBBBBB"/>
      </a:accent3>
      <a:accent4>
        <a:srgbClr val="2F6B3A"/>
      </a:accent4>
      <a:accent5>
        <a:srgbClr val="B0413E"/>
      </a:accent5>
      <a:accent6>
        <a:srgbClr val="9A6B1F"/>
      </a:accent6>
      <a:hlink>
        <a:srgbClr val="111111"/>
      </a:hlink>
      <a:folHlink>
        <a:srgbClr val="555555"/>
      </a:folHlink>
    </a:clrScheme>
    <a:fontScheme name="KINU Admin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後台頁面介紹</dc:title>
  <dc:subject>PptxGenJS Presentation</dc:subject>
  <dc:creator>PptxGenJS</dc:creator>
  <cp:lastModifiedBy>PptxGenJS</cp:lastModifiedBy>
  <cp:revision>1</cp:revision>
  <dcterms:created xsi:type="dcterms:W3CDTF">2026-10-30T06:24:59Z</dcterms:created>
  <dcterms:modified xsi:type="dcterms:W3CDTF">2026-10-30T06:24:59Z</dcterms:modified>
</cp:coreProperties>
</file>